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Sidhaarth. We are building a system that finds cell-level errors in tables, names the error type, proposes a repair and says how confident it is. Today we cover the problem, what exists, the data we will use and how we will measure success.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Machine-learning models are only as good as their training tables. A cell can look valid and still be wrong given its row, as the Hospital example shows. Rules need an expert per dataset, statistics miss ordinary-looking wrong values, Raha and Baran need labels for every table, and recent LLM cleaners need large hosted models and give no confidence. ContextGuard combines cheap detectors, a fine-tuned open model and a confidence gate, and repairs conservatively because cleaning can hurt a downstream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LLMs there were three families: constraint engines such as HoloClean, statistical and learning-based cleaners such as Raha and Baran, and industry validation tools. The first two need hand-written rules or fresh labels for every table, and repair falls when detection is imperfect. The industry tools check what a person has specified.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numbers we have to beat, taken from the original papers with 20 labels. We never present a paper’s number as our own result: we rerun every baseline on our splits, with Raha’s normalisation, exact-match repair, 20 labels for Raha and Baran on every table and none for ContextGuard on unseen tables, over ten seeds.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audited the five core benchmark tables with scripts/data_inventory.py, using Raha’s own comparison rule. Two of the TableEG copies had silently lost errors: 1,005 in Beers because N/A was turned into a blank, and a net 668 in Movies because RatingValue 7.0 was saved as 7. We therefore use the Raha originals as ground truth, which also means our baseline numbers can be compared with the published ones. Because headers differ between the clean and dirty files, every loader aligns columns by position.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Across the audited tables the errors split into about 49% missing values, 46% pattern violations, 3% rule violations and 2% outliers. Rule violations are rare, so we add synthetic ones. The “clean” files are not perfectly clean: Beers has 1,072 blank cells, which caps repair recall. For the unseen tables I typed Soccer’s errors myself, because BART’s log has no types, and computed Restaurant’s 633 errors from the files. The training pool is large enough for fine-tuning.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five tables are the extra data beyond the benchmark tables. Tax, Inpatient and Facilities are for training; Billionaire and a German address slice are tests on data the model has never seen. I downloaded each from its source, recorded the commit or Zenodo version and checksums, checked that clean and dirty line up, and counted errors with Raha’s rule. Because these sources have no labels for error types, I typed every changed cell with a simple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finding is that almost all of Tax’s errors are number formatting, which would teach the wrong lesson, so we count them separately. The German slice is the hardest test: four in ten cells differ. We found no leakage into the test tables. Two sources have no licence, so we only cite them and keep raw data out of the repository.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our six objectives. The first three are about accuracy, safety and unseen tables, and the last is the end-to-end tool: a user uploads a CSV and receives the cleaned data plus a change log. We chose the base model by running three open models zero-shot on the same 1,500-cell samples, with three sampling seeds. Gemma 4 E4B-it won every seed and makes far fewer wrong repairs, so it is the model we fine-tune. This is a zero-shot comparison only; fine-tuning may change the order.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timeline follows the course milestones. The two risks that matter most are recall of the cheap stage, which caps the whole system, and over-flagging, which hurts precision. We address both in training and report the recall ceiling honestly.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e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e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Slide 1" descr="Milestone 1 · Problem definition, literature review and data audit ContextGuard Finding and repairing cell-level errors in tables Sidhaarth Shree · Jashan · Sahilpreet · Aaradhya DSAI Lab Project, IIT Madras BS · Group 1 github.com/SidhaarthShree07/Group-1-DS-and-AI-Lab-Project Hospital · three rows City State ZipCode birmingham al 35233 birmingham al 35233 birminghxm al 35233 Proposed repair: birmingham">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Slide 2" descr="Problem The problem, and what is new Hospital example A cell can look fine and still be wrong. City birminghxm State al ZipCode 35233 48 rows share that zip; 45 say birmingham . Why it matters Cleaning can help or hurt a downstream model (CleanML, 14 datasets), so we repair conservatively and measure the effect. Approach today Limit Rules (NADEEF, HoloClean) An expert writes constraints for every dataset; HoloClean repair F1 is ~0 on Beers and Rayyan (Baran paper) Statistics A rare value is often correct; a wrong value that looks ordinary is missed Raha, Baran Need labelled rows for every new table LLM cleaners (ZeroED, Cocoon, ForestED) Large hosted models, detection only, no calibrated confidence ContextGuard Cheap detectors choose the cells Fine-tuned open 8B model decides: error? type? repair? Calibrated gate applies only confident repairs ContextGuard · Milestone 1 2 / 10">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Slide 3" descr="Landscape What exists before LLMs Rules and constraints HoloClean · NADEEF · HyFD They rely on functional dependencies and denial constraints. Rules are written by hand (9 constraints for Hospital); exact dependency discovery breaks on noisy tables. 0.01 HoloClean repair F1 on Beers; 0 on Rayyan Statistical and learning- based cleaners Raha · Baran · BClean Ensembles of detectors plus up to 20 labelled tuples. They need fresh labels for every new table, and repair quality falls when detection is imperfect. 0.52 → 0.35 Rayyan F1: perfect detection vs end to end Industry tools Great Expectations · Deequ · Pandera · AWS Glue · Dataplex · Monte Carlo and others Their documentation shows cross-column SQL checks, but every check is written by a person and detects only what is specified. Rules a person writes No documented automatic repair of cell values found ContextGuard · Milestone 1 3 / 10">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Slide 4" descr="Landscape What we must beat, and how we measure it Numbers to beat · from the original papers, 20 labels · – = not quoted here Method and metric Hospital Flights Beers Rayyan Movies Tax Raha · detection F1 (Table 5) 0.72 0.81 0.99 0.79 0.86 – Raha + Baran · repair F1 (Table 7) 0.66 0.66 0.90 0.35 – 0.74 dBoost alone · detection F1 0.49 0.66 0.55 – – – How we measure Error cell Differs from the clean value after Raha’s normalisation. Repair Counts only on an exact match. Labels Raha and Baran get 20 labelled tuples per table; ContextGuard gets none on unseen tables. Seeds Mean ± std over 10 seeds (42 to 51), reported on our own splits. Baselines B1 HoloClean B2 dBoost B3 Raha + Baran B4 Gemma 4 E4B-it zero-shot B5 Gemma 4 E4B-it with 3 examples ContextGuard · Milestone 1 4 / 10">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Slide 5" descr="Data audit Our benchmark tables and what we found in them 18,414 verified error cells in five tables Raha rule: dirty ≠ clean after unescaping, whitespace collapse, strip. Table Size Error cells Rate Hospital 1,000 × 19 509 2.68% Flights 2,376 × 6 4,920 34.51% Beers 2,410 × 10 4,362 18.10% Rayyan 1,000 × 11 948 8.62% Movies 7,390 × 17 7,675 6.11% Lost errors in public copies The public TableEG copies had lost errors: Beers 1,005 (N/A in the Raha dirty file, blank in TableEG’s) and Movies a net 668 (RatingValue 7.0 became 7). We use the Raha originals. Headers differ Clean and dirty headers differ (Hospital 19, Movies 17, Beers 2), so columns are aligned by position , not by name. ContextGuard · Milestone 1 5 / 10">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Slide 6" descr="Data audit Error types, weak “clean” files and data sufficiency 81,596 true error cells across the nine audited tables Missing 39,975 (49%) Pattern 37,810 (46%) Rule 2,329 (3%) Outlier 1,482 (2%) Credit’s 315,466 float re-saving differences are kept apart. Rule violations are scarce Flights 1,149, Rayyan 619, Hospital 408, Beers 153. Training therefore adds synthetic dependency violations on clean UCI tables (at most 20% of training data). “Clean” gold files still contain blanks Beers 1,072, Movies 2,680 and Rayyan 1,609 cells, which limits achievable repair recall. Unseen and downstream tables Soccer: 796 errors typed by us (597 pattern, 199 outlier; BART’s log has no types). Restaurant: 633 errors, all pattern. Credit: imputed income 88.44070676 repeats 17,435 times; target 6.68% positive. Enough data to fine-tune The five core tables give an estimated 25,000–35,000 training examples, inside the 15,000–40,000 budget for LoRA fine-tuning of Gemma 4 E4B-it. ContextGuard · Milestone 1 6">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Slide 7" descr="Data audit The extra datasets that test generalisation Table Role Size Error cells Rate Tax (Raha) Training 200,000 × 15 121,219 4.04% Inpatient (BClean, 10%) Training only 4,017 × 11 4,465 10.10% Facilities (BClean, 10%) Training only 7,992 × 10 8,318 10.41% Billionaire (ZeroED) Unseen test 2,614 × 22 5,195 9.03% Clean Me If You Can, Germany Unseen test 5,000 of 374,533 × 9 18,678 41.51% Aligned and checked Every pair was aligned and checked; BClean’s dirty files have an extra row-index column that we drop. Typed by us The sources give no error types, so we type each changed cell: missing, format artifact, rule (a valid value in the wrong place) or pattern. Held out Unseen tables are never used for training, augmentation or profiling; Inpatient and Facilities share Hospital’s domain, so they are training only. ContextGuard · Milestone 1 7 / 10">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Slide 8" descr="Data audit What we found, and the limits Tax (training table) 97.6% of Tax’s error cells are re-formatting “3” against “3.0”, and a leading zero on zip codes. re-formatting real errors Only 2,966 of 121,219 error cells are real injected errors, so these differences are kept out of the training positives.  Billionaire’s clean file 200 “nan (wait to be cleaned)” placeholders.  Germany slice Already published on Zenodo; 5,000 rows drawn with seed 42; 41.5% of cells are errors, mostly missing values.  No row overlap with training tables No shared ids between Hospital and Inpatient or Facilities (one hospital name and address appears in both) and none between Billionaire and the other tables.  Licences BClean and ZeroED state none, so they are cited and not redistributed; the address data is OpenStreetMap-derived (ODbL, share-alike, attribution); UCI tables for augmentation are CC BY 4.0. ContextGuard · Milestone 1 8 / 10">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Slide 9" descr="Our contribution Objectives, evidence and the model choice Objectives and targets O1 Detection Best macro-F1 against all baselines O2 Safe repair At most 5% of applied repairs wrong O3 Unseen tables Above zero-shot LLM and Raha with 20 labels O4 Cost Keeps most errors, sends only a minority to the LLM O5 Downstream Share of the dirty-versus-clean gap closed O6 End-to-end tool Upload a CSV, get the cleaned file and a change log Base model, zero-shot bars start at 0.50 Gemma won every seed · 3 seeds of 1,500 cells, mean ± std  0.645 ± 0.007 0.603 ± 0.005 0.548 ± 0.009 Gemma 4 E4B-it Qwen3.5-9B Qwen3-4B Wrong repairs lower is better Gemma 4 E4B-it 0.39 Both Qwen models 0.68–0.70 Data 18,414 verified error cells in the five core tables; 5 unseen test tables; Credit for the downstream test. ContextGuard · Milestone 1 9 / 10">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Slide 10" descr="ContextGuard · Milestone 1 10 / 10 Next steps Plan and risks M2 29 Oct Dataset preparation. Verified sources, splits with leakage checks, data card, first instruction–response examples M3 5 Nov Model architecture. Pipeline end to end on a subset, input formats, justification, loss and metrics M4 19 Nov Model training. Fine-tuning runs, ablations, several seeds M5 26 Nov Evaluation and analysis. Baseline comparison, precision–coverage curve, unseen tables, downstream experiment M6 10 Dec Deployment and documentation. Gradio demo and API, model and data cards, final report Main risks The cheap stage misses many errors (recall ceiling). The model over-flags rare but correct values. Unclear licences (raw data stays out of the repository). Credit’s clean income values were imputed, so the downstream test is repeated on Beers.">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ContextGuard: Milestone 1</dc:title>
  <dc:subject/>
  <dc:creator/>
  <cp:lastModifiedBy/>
  <cp:revision>1</cp:revision>
  <dcterms:created xsi:type="dcterms:W3CDTF">2026-10-21T05:39:06Z</dcterms:created>
  <dcterms:modified xsi:type="dcterms:W3CDTF">2026-10-21T05:39:06Z</dcterms:modified>
</cp:coreProperties>
</file>